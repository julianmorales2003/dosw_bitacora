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98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00584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7180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0" y="3886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5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 DE MARCA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futuro, disponible desde hoy.”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572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MARCA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33"/>
                </a:solidFill>
              </a:rPr>
              <a:t>QUANTIA es la primera compañía que entrega acceso a internet </a:t>
            </a:r>
            <a:r>
              <a:rPr lang="en-US" sz="1300" b="1" dirty="0">
                <a:solidFill>
                  <a:srgbClr val="0033FF"/>
                </a:solidFill>
              </a:rPr>
              <a:t>desde el futuro</a:t>
            </a:r>
            <a:r>
              <a:rPr lang="en-US" sz="1300" dirty="0">
                <a:solidFill>
                  <a:srgbClr val="2A2A33"/>
                </a:solidFill>
              </a:rPr>
              <a:t>. Nuestro router insignia, QUANTIA ONE, sincroniza tu red con su propia versión de 24 a 72 horas adelante, gracias a un núcleo de sincronización cuántica retrocausal.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33"/>
                </a:solidFill>
              </a:rPr>
              <a:t>Fundada por dos exingenieros de big tech que, según cuentan, “vieron el Slack del año 2031 por accidente”, QUANTIA levantó una ronda semilla de $40M con una pizarra y mucha confianza.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33"/>
                </a:solidFill>
              </a:rPr>
              <a:t>Misión: eliminar la incertidumbre del presente entregando información del futuro con latencia cero, hacia atrás.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223760" y="14630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7452360" y="1600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052560" y="16002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UPTIME, incluido el que aún no ocurre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223760" y="288036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7452360" y="30175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$80M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052560" y="30175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B basada en tracción futura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223760" y="42976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7452360" y="44348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72h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052560" y="443484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temporal máxima (plan Pro)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 Y ÁREA DE PROTECCIÓN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icono combina un reloj de arena con una señal WiFi: la señal del futuro cayendo hacia el presente.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0" y="16002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3A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01168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08960" y="47548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espacio mínimo de protección (X) equivale al ancho del primer arco de señal del icono. Ningún elemento gráfico o texto puede invadir este margen.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MÍNIMO</a:t>
            </a:r>
            <a:endParaRPr lang="en-US" sz="1100" dirty="0"/>
          </a:p>
        </p:txBody>
      </p:sp>
      <p:pic>
        <p:nvPicPr>
          <p:cNvPr id="9" name="Image 1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893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0.35" digital / 1.2 cm impreso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COLORES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033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Cuántico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#0033FF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primario / marca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5070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74904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 Espacio-Tiempo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#05070F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Fondos, modo oscuro (default)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0E5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Cian Señal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0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#00E5FF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Acentos, gráficos de datos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418320" y="146304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EDEFF7"/>
          </a:solidFill>
          <a:ln w="12700">
            <a:solidFill>
              <a:srgbClr val="D8DAE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60120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 Blueprint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0" y="38862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0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#EDEFF7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Texto, líneas técnicas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uso: Azul Cuántico y Negro dominan (70%); el Cian se reserva como acento de datos y señal (10-15%).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ONE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Sans-serif geométrica, mayúsculas, alto contraste. Uso: títulos, nombres de producto, keynotes.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 DE TEXTO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lo viste. Solo falta que pase. Nuestro router entrega datos con 24 a 72 horas de anticipación, con precisión retrocausal del 99.997%.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MÉTRICAS (MONOESPACIADA)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UPTIME: 100.000%  //  LATENCIA: -48h  //  ARR: $12.4M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1C223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peso y mayúscula/minúscula generan la jerarquía — nunca colores adicionales fuera de la paleta.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MARCA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grilla tipo blueprint es el motivo visual que acompaña a la marca en fondos, presentaciones y empaques.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554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011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468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926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212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669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583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040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7498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955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412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8869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3268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97840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102412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106984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11155680" y="1645920"/>
            <a:ext cx="0" cy="420624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40080" y="21031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40080" y="25603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40080" y="30175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640080" y="34747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40080" y="43891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640080" y="48463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40080" y="53035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640080" y="5760720"/>
            <a:ext cx="10881360" cy="0"/>
          </a:xfrm>
          <a:prstGeom prst="line">
            <a:avLst/>
          </a:prstGeom>
          <a:noFill/>
          <a:ln w="6350">
            <a:solidFill>
              <a:srgbClr val="1633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 0" descr="logo_cyan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074920" y="2743200"/>
            <a:ext cx="2011680" cy="201168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0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— QUANTIA 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router retrocausal del mundo.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05070F"/>
          </a:solidFill>
          <a:ln/>
          <a:effectLst>
            <a:outerShdw blurRad="152400" dist="762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478024" y="4297680"/>
            <a:ext cx="164592" cy="164592"/>
          </a:xfrm>
          <a:prstGeom prst="ellipse">
            <a:avLst/>
          </a:prstGeom>
          <a:solidFill>
            <a:srgbClr val="00E5FF"/>
          </a:solidFill>
          <a:ln/>
          <a:effectLst>
            <a:outerShdw blurRad="127000" dist="50800" dir="16200000" algn="bl" rotWithShape="0">
              <a:srgbClr val="00E5FF">
                <a:alpha val="7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97280" y="4892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0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QUANTIA 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PRINCIPAL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Procesador Retrocausal QX-1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26771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0664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9.6 Gbps (del futuro)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86207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VENTANA TEMPORAL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estándar / 72h Pro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45643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6344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0664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6E + Sincronización Cuántica Ambiental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405079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6634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Cubo negro mate, sin ventilación visible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464515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66344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4800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años, retroactiva a tu próxima compra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5239512"/>
            <a:ext cx="685800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QUANTIA — MANUAL DE IDENTIDAD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488</Words>
  <Application>Microsoft Office PowerPoint</Application>
  <PresentationFormat>Panorámica</PresentationFormat>
  <Paragraphs>78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 FELIPE MORALES ZAMBRANO</cp:lastModifiedBy>
  <cp:revision>2</cp:revision>
  <dcterms:created xsi:type="dcterms:W3CDTF">2026-08-20T05:27:30Z</dcterms:created>
  <dcterms:modified xsi:type="dcterms:W3CDTF">2026-08-20T13:50:09Z</dcterms:modified>
</cp:coreProperties>
</file>